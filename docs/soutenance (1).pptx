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smartEngine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4360" y="2103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 churn pour un SaaS B2B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834640"/>
            <a:ext cx="22860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4 — Sprint 4  |  Groupe G8  |  INSEEC MSc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: Scoring prédictif &amp; Marketing  |  Ciblage et Data Marketing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soutenance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 métier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 (4 sprints)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prédiction du churn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risque / valeur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50292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50292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1965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&amp; ROI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788920"/>
            <a:ext cx="50292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d'impact &amp; protocole A/B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3657600"/>
            <a:ext cx="50292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limites &amp;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problématique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SaaS B2B — logiciel de gestion de projets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comptes actifs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: abonnement mensuel (MRR)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taux de churn non maîtrisé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</a:t>
            </a:r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comptes vont churner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avant qu'ils ne partent, pour permettre aux équipes Customer Success d'agir en priorité sur les comptes à fort risque et à forte valeur.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 du projet (4 sprints)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3749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des 5 datasets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des variables cibles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651760"/>
            <a:ext cx="201168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005840"/>
            <a:ext cx="1920240" cy="3749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05840"/>
            <a:ext cx="1920240" cy="5029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des données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analytique analytics.csv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2651760"/>
            <a:ext cx="201168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005840"/>
            <a:ext cx="1920240" cy="3749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05840"/>
            <a:ext cx="1920240" cy="5029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14884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des modèles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(AUC 0,6428)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par compte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651760"/>
            <a:ext cx="201168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Shape 20"/>
          <p:cNvSpPr/>
          <p:nvPr/>
        </p:nvSpPr>
        <p:spPr>
          <a:xfrm>
            <a:off x="6812280" y="1005840"/>
            <a:ext cx="1920240" cy="3749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005840"/>
            <a:ext cx="1920240" cy="5029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214884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risque/valeur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&amp; ROI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Modèle de prédiction du churn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analysés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0,6428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4612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du modèle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37,4%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à risque élevé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8412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facteurs de risque identifiés par le modèle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Baisse d'usage des fonctionnalités (30 derniers jours)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support élevés et non résolus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&lt; 6 mois (période critique d'onboarding)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Starter proche des limites d'usage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Segmentation risque / valeur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 rot="16200000">
            <a:off x="91440" y="2286000"/>
            <a:ext cx="548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RISQUE DE CHURN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01752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VALEUR (MRR)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3931920" cy="17373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960120"/>
            <a:ext cx="73152" cy="17373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Priorité maximale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élevé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élevée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comptes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CSM &lt; 24h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3931920" cy="17373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60120"/>
            <a:ext cx="73152" cy="17373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Fidéliser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10912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faible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élevée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10912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comptes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trimestriel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3931920" cy="17373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926080"/>
            <a:ext cx="73152" cy="17373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Action automatisée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élevé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faible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comptes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 rétention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3931920" cy="17373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926080"/>
            <a:ext cx="73152" cy="17373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Aucune action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10912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faible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faible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comptes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standard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Seuil : médiane MRR = 1 923 €/mois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Dashboard Streamlit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Portefeuille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globaux : taux de churn prédit, MRR à risque, distribution des scores, répartition par quadrant.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Priorisation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risque/valeur visuelle. Liste filtrée et triable des comptes par score, MRR, quadrant ou plan.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Fiche Compte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3774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complet du compte sélectionné : plan, usage, tickets, score, action recommandée, explication SHAP.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Exécution : streamlit run src/dashboard.py  |  Accessible sans connaissances techniques  |  WCAG respecté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Recommandations &amp; ROI estimé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370 913 € de MRR mensuel exposé au churn  →  4,45 M€ d'ARR à risque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2651760" cy="19202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94560"/>
            <a:ext cx="265176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: 15%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sauvé : ~55 637 €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sauvé : ~667 K€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194560"/>
            <a:ext cx="2651760" cy="19202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194560"/>
            <a:ext cx="265176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: 25%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sauvé : ~92 728 €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sauvé : ~1,11 M€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651760" cy="19202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194560"/>
            <a:ext cx="265176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: 40%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sauvé : ~148 365 €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sauvé : ~1,78 M€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 des actions estimé : ~5 200 €  →  ROI x17 dès le premier mois (scénario réaliste)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Mesure d'impact &amp; protocole A/B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57200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témoin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101 comptes Q2 sont séparés en deux groupes aléatoires : 50 reçoivent la séquence email, 51 ne reçoivent rien.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926080"/>
            <a:ext cx="457200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92608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A/B (4 semaines)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4 semaines, on compare le taux de rétention des deux groupes pour mesurer l'effet réel de l'action.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05840"/>
            <a:ext cx="457200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9496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 l'uplift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6002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= Taux groupe traité − Taux groupe témoin. Cible : +10 points minimum pour valider l'action.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457200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2608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réussite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Q1 ≥ 70% | Rétention Q2 traité ≥ 60% | MRR sauvé ≥ 50 000 € | Coût/compte ≤ 150 €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Bilan, limites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Ce que le projet a produit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: données → modèle → action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opérationnel sauvegardé (joblib)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actionnable en 4 quadrants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accessible aux non-techniciens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x17 estimé dès le premier mois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A/B pour mesurer l'impact réel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31920" cy="3840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393192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Limites &amp; perspectives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0,6428 : modèle améliorable avec plus de données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comportementales limitées à 5 fichiers CSV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art. 22 : validation humaine obligatoire avant action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Ré-entraînement trimestriel recommandé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intégration CRM en temps réel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modèles d'ensemble (XGBoost, LightGBM)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2860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011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smartEngine — Groupe G8 — INSEEC MSc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1920240" cy="822960"/>
          </a:xfrm>
          <a:prstGeom prst="rect">
            <a:avLst/>
          </a:prstGeom>
          <a:solidFill>
            <a:srgbClr val="1A2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566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comptes analysés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3566160"/>
            <a:ext cx="1920240" cy="822960"/>
          </a:xfrm>
          <a:prstGeom prst="rect">
            <a:avLst/>
          </a:prstGeom>
          <a:solidFill>
            <a:srgbClr val="1A2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3566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: 0,6428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3566160"/>
            <a:ext cx="1920240" cy="822960"/>
          </a:xfrm>
          <a:prstGeom prst="rect">
            <a:avLst/>
          </a:prstGeom>
          <a:solidFill>
            <a:srgbClr val="1A2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3566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370 913 € MRR à risque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3566160"/>
            <a:ext cx="1920240" cy="822960"/>
          </a:xfrm>
          <a:prstGeom prst="rect">
            <a:avLst/>
          </a:prstGeom>
          <a:solidFill>
            <a:srgbClr val="1A2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3566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estimé x17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smartEngine — Soutenance</dc:title>
  <dc:subject>PptxGenJS Presentation</dc:subject>
  <dc:creator>PptxGenJS</dc:creator>
  <cp:lastModifiedBy>PptxGenJS</cp:lastModifiedBy>
  <cp:revision>1</cp:revision>
  <dcterms:created xsi:type="dcterms:W3CDTF">2026-05-26T09:24:23Z</dcterms:created>
  <dcterms:modified xsi:type="dcterms:W3CDTF">2026-05-26T09:24:23Z</dcterms:modified>
</cp:coreProperties>
</file>